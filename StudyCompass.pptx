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9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41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4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41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1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64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88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9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36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07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56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25D73-6BEB-DAD0-FB9F-DC5ADBBB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55B5F-5F82-6C9A-1BD9-E34F1FCD0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ECF49-DF13-9B00-2605-B8ED9A1F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271D-1EBA-42EA-A9B1-E234840F033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75501-EA0F-B467-8794-98E4FE83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76315-FE60-F0B2-8E50-3A70D9FA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F3906-6BA5-4503-890F-5106746FD4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2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AF324-134C-4C0D-994C-076836BC62C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11155-E9DC-4651-ADDB-C30459A7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4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8AF2-0FCC-EBAE-9784-8EF53473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sz="4000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StudyCompass</a:t>
            </a:r>
            <a:br>
              <a:rPr lang="en-US" sz="40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</a:br>
            <a:r>
              <a:rPr lang="en-US" sz="4000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The Trojan Horse OS for Study Abroad Loans</a:t>
            </a:r>
            <a:endParaRPr lang="en-US" sz="4000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B648-E949-63F8-C1B6-24524B181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AI-powered platform guiding students from</a:t>
            </a:r>
          </a:p>
          <a:p>
            <a:pPr marL="0" marR="0" lvl="0" indent="0" rtl="0">
              <a:buNone/>
            </a:pPr>
            <a:r>
              <a:rPr lang="en-US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                  </a:t>
            </a:r>
            <a:r>
              <a:rPr lang="en-U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exploration</a:t>
            </a:r>
          </a:p>
          <a:p>
            <a:pPr marL="0" lvl="0" indent="0">
              <a:buNone/>
            </a:pPr>
            <a:r>
              <a:rPr lang="en-U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                           </a:t>
            </a:r>
          </a:p>
          <a:p>
            <a:pPr marL="0" lvl="0" indent="0">
              <a:buNone/>
            </a:pPr>
            <a:r>
              <a:rPr lang="en-U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                     </a:t>
            </a:r>
            <a:r>
              <a:rPr lang="en-U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decision </a:t>
            </a:r>
          </a:p>
          <a:p>
            <a:pPr marL="0" lvl="0" indent="0">
              <a:buNone/>
            </a:pPr>
            <a:r>
              <a:rPr lang="en-U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                           </a:t>
            </a:r>
          </a:p>
          <a:p>
            <a:pPr marL="0" lvl="0" indent="0">
              <a:buNone/>
            </a:pPr>
            <a:r>
              <a:rPr lang="en-US" b="1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                                   </a:t>
            </a:r>
            <a:r>
              <a:rPr lang="en-US" b="1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loan conversion</a:t>
            </a:r>
            <a:endParaRPr 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5081DD-503C-425D-8A8A-6120F7AD8872}"/>
              </a:ext>
            </a:extLst>
          </p:cNvPr>
          <p:cNvCxnSpPr/>
          <p:nvPr/>
        </p:nvCxnSpPr>
        <p:spPr>
          <a:xfrm>
            <a:off x="5200152" y="2854518"/>
            <a:ext cx="0" cy="469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D4F962-8E46-BC27-4E68-6C3394013980}"/>
              </a:ext>
            </a:extLst>
          </p:cNvPr>
          <p:cNvCxnSpPr/>
          <p:nvPr/>
        </p:nvCxnSpPr>
        <p:spPr>
          <a:xfrm>
            <a:off x="5200152" y="3896140"/>
            <a:ext cx="0" cy="461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29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74D3-9B8B-49EC-5E4D-A9735485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C7B4-FFB3-2EC9-FBB2-30C741980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The Study Abroad Journey is Fragmented</a:t>
            </a:r>
          </a:p>
          <a:p>
            <a:pPr marR="0" lvl="1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Students use multiple disconnected platforms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Lack of personalized guidance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Financial planning is confusing </a:t>
            </a:r>
          </a:p>
          <a:p>
            <a:pPr marR="0" lvl="1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High drop-off before loan stage </a:t>
            </a:r>
          </a:p>
        </p:txBody>
      </p:sp>
    </p:spTree>
    <p:extLst>
      <p:ext uri="{BB962C8B-B14F-4D97-AF65-F5344CB8AC3E}">
        <p14:creationId xmlns:p14="http://schemas.microsoft.com/office/powerpoint/2010/main" val="264626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FAD6-591F-F397-CA24-F86FD59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976A8-4E3F-823A-E5A7-900DBBA30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StudyCompass – AI Student OS</a:t>
            </a:r>
          </a:p>
          <a:p>
            <a:pPr marR="0" lvl="1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Unified platform for entire journey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Personalized AI recommendations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Continuous engagement system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Integrated financial guidance </a:t>
            </a:r>
          </a:p>
        </p:txBody>
      </p:sp>
    </p:spTree>
    <p:extLst>
      <p:ext uri="{BB962C8B-B14F-4D97-AF65-F5344CB8AC3E}">
        <p14:creationId xmlns:p14="http://schemas.microsoft.com/office/powerpoint/2010/main" val="336433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75A0-B9D7-09FD-D13F-4B411E7F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AI Copilot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F87F6-D5DB-EFCF-E385-324828144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Your Personalized AI Mentor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Understands CGPA, budget, goals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Suggests best-fit countries &amp; universities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Provides real-time intelligent guidance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Adapts to user behaviour </a:t>
            </a:r>
          </a:p>
        </p:txBody>
      </p:sp>
    </p:spTree>
    <p:extLst>
      <p:ext uri="{BB962C8B-B14F-4D97-AF65-F5344CB8AC3E}">
        <p14:creationId xmlns:p14="http://schemas.microsoft.com/office/powerpoint/2010/main" val="186415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5166-9B2C-DCCA-160D-88E3185B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Engagement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CEE6D-FDF3-2DCB-56F2-F7CB48D2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Keeping Students Actively Engaged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Profile Strength Score (0–100)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Real-time readiness feedback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Next Best Action nudges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Gamified progress tracking </a:t>
            </a:r>
          </a:p>
        </p:txBody>
      </p:sp>
    </p:spTree>
    <p:extLst>
      <p:ext uri="{BB962C8B-B14F-4D97-AF65-F5344CB8AC3E}">
        <p14:creationId xmlns:p14="http://schemas.microsoft.com/office/powerpoint/2010/main" val="49975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5A2E-A914-B276-37AC-8B4BAD5B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Loan Conversion Funnel (CORE)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C5774-2D89-7523-1A0F-160B7F978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From Engagement to Financial Action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Loan Readiness Score </a:t>
            </a:r>
          </a:p>
          <a:p>
            <a:pPr marR="0" lvl="1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Risk classification (Low / Medium / High) </a:t>
            </a:r>
          </a:p>
          <a:p>
            <a:pPr marR="0" lvl="1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Dynamic loan matching (Banks / NBFCs)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AI Loan Advisor </a:t>
            </a:r>
          </a:p>
        </p:txBody>
      </p:sp>
    </p:spTree>
    <p:extLst>
      <p:ext uri="{BB962C8B-B14F-4D97-AF65-F5344CB8AC3E}">
        <p14:creationId xmlns:p14="http://schemas.microsoft.com/office/powerpoint/2010/main" val="394954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4953-CF1E-E2E0-7042-AD5F28F9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AI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2CA5D-54AD-5A3F-95A0-30D24A24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High-Value Tools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SOP Generator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Timeline Generator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Chatbot Mentor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Profile Analyzer </a:t>
            </a:r>
          </a:p>
        </p:txBody>
      </p:sp>
    </p:spTree>
    <p:extLst>
      <p:ext uri="{BB962C8B-B14F-4D97-AF65-F5344CB8AC3E}">
        <p14:creationId xmlns:p14="http://schemas.microsoft.com/office/powerpoint/2010/main" val="339797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BB64-829C-8576-44A0-63534800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AEBB2-EF93-5134-C98B-3EFBC335A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Simple &amp; Scalable Architecture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Frontend: Streamlit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AI Layer: Claude API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Backend: Python </a:t>
            </a:r>
          </a:p>
          <a:p>
            <a:pPr marR="0" lvl="1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State: Session Memory </a:t>
            </a:r>
          </a:p>
        </p:txBody>
      </p:sp>
    </p:spTree>
    <p:extLst>
      <p:ext uri="{BB962C8B-B14F-4D97-AF65-F5344CB8AC3E}">
        <p14:creationId xmlns:p14="http://schemas.microsoft.com/office/powerpoint/2010/main" val="23432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83F6-8DED-725B-5DDF-58198891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Why StudyCompass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E2098-3DC4-6F3B-2AD1-EC97BA174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End-to-end student journey 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Deep AI personalization 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Built for conversion (not just engagement) 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Scalable alternative to counsellors </a:t>
            </a:r>
          </a:p>
        </p:txBody>
      </p:sp>
    </p:spTree>
    <p:extLst>
      <p:ext uri="{BB962C8B-B14F-4D97-AF65-F5344CB8AC3E}">
        <p14:creationId xmlns:p14="http://schemas.microsoft.com/office/powerpoint/2010/main" val="76992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8DDF-B211-520F-3A79-1F25CCB3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Closing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8CED4-A521-F434-DCF3-CC6F17A34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IN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StudyCompass transforms student journeys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From: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Confusion → Clarity 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Exploration → Decision </a:t>
            </a:r>
          </a:p>
          <a:p>
            <a:pPr marR="0" lvl="0" rtl="0"/>
            <a:r>
              <a:rPr lang="en-IN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Interest → Loan Conversion 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We don’t generate leads.</a:t>
            </a:r>
            <a:br>
              <a:rPr lang="en-US" b="0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</a:br>
            <a:r>
              <a:rPr lang="en-US" b="1" i="0" u="none" strike="noStrike" kern="100" baseline="0">
                <a:solidFill>
                  <a:srgbClr val="0F4761"/>
                </a:solidFill>
                <a:latin typeface="Times New Roman" panose="02020603050405020304" pitchFamily="18" charset="0"/>
              </a:rPr>
              <a:t>We create loan-ready students.</a:t>
            </a:r>
          </a:p>
          <a:p>
            <a:pPr marR="0" lvl="0" rtl="0"/>
            <a:endParaRPr lang="en-IN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71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231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2013 - 2022 Theme</vt:lpstr>
      <vt:lpstr>StudyCompass The Trojan Horse OS for Study Abroad Loans</vt:lpstr>
      <vt:lpstr>Problem</vt:lpstr>
      <vt:lpstr>Solution</vt:lpstr>
      <vt:lpstr>AI Copilot</vt:lpstr>
      <vt:lpstr>Engagement Engine</vt:lpstr>
      <vt:lpstr>Loan Conversion Funnel (CORE)</vt:lpstr>
      <vt:lpstr>AI Features</vt:lpstr>
      <vt:lpstr>Tech Stack</vt:lpstr>
      <vt:lpstr>Why StudyCompass</vt:lpstr>
      <vt:lpstr>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Guruprasath K C</dc:creator>
  <cp:lastModifiedBy>Guruprasath K C</cp:lastModifiedBy>
  <cp:revision>1</cp:revision>
  <dcterms:created xsi:type="dcterms:W3CDTF">2026-04-19T06:28:54Z</dcterms:created>
  <dcterms:modified xsi:type="dcterms:W3CDTF">2026-04-19T06:45:27Z</dcterms:modified>
</cp:coreProperties>
</file>